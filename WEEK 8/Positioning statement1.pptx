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CF31600-2825-4C54-8124-D7B347FB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4581" y="-356844"/>
            <a:ext cx="13468709" cy="100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Esther</dc:creator>
  <cp:lastModifiedBy>Dumebi Konwea</cp:lastModifiedBy>
  <cp:revision>8</cp:revision>
  <dcterms:created xsi:type="dcterms:W3CDTF">2013-07-15T20:26:40Z</dcterms:created>
  <dcterms:modified xsi:type="dcterms:W3CDTF">2025-07-09T09:18:27Z</dcterms:modified>
</cp:coreProperties>
</file>