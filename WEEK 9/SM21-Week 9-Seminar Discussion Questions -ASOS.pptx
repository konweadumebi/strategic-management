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9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75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2913" cy="25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6353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414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  <a:lvl2pPr>
              <a:defRPr>
                <a:solidFill>
                  <a:srgbClr val="063532"/>
                </a:solidFill>
              </a:defRPr>
            </a:lvl2pPr>
            <a:lvl3pPr>
              <a:defRPr>
                <a:solidFill>
                  <a:srgbClr val="063532"/>
                </a:solidFill>
              </a:defRPr>
            </a:lvl3pPr>
            <a:lvl4pPr>
              <a:defRPr>
                <a:solidFill>
                  <a:srgbClr val="063532"/>
                </a:solidFill>
              </a:defRPr>
            </a:lvl4pPr>
            <a:lvl5pPr>
              <a:defRPr>
                <a:solidFill>
                  <a:srgbClr val="06353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3CD2D-347F-417C-886D-273536740474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35F60-FE4A-4476-B52F-29F8950812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21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9004D-800C-4230-8BED-3D981703420C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C34-A69D-4402-B7D8-BAB5A48CF0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289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AD35B-FA32-400E-B001-5FD5168C6B39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86A5D-7A97-4E2E-A328-5E1595936F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42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8F702-7B2B-4191-AADB-9326B959CBB1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F13A9-6EEC-43E7-807C-7954534FE4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30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CE7D3133-C8CC-49B1-BACB-6866EED8069D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C8F75B9A-495D-4CA4-9D63-CBFCE0B350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36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06353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063532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06353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06353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Strategic Marketing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Week 9 –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BA5C-211A-B346-857C-0C18C1D8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70656"/>
            <a:ext cx="11150601" cy="1082675"/>
          </a:xfrm>
        </p:spPr>
        <p:txBody>
          <a:bodyPr/>
          <a:lstStyle/>
          <a:p>
            <a:r>
              <a:rPr lang="en-GB" sz="3600" dirty="0"/>
              <a:t>Week 9: Seminar Discussion Questions – ASOS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B838D-80C5-3746-8530-90190060E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253330"/>
            <a:ext cx="10515600" cy="5434013"/>
          </a:xfrm>
        </p:spPr>
        <p:txBody>
          <a:bodyPr/>
          <a:lstStyle/>
          <a:p>
            <a:pPr marL="0" indent="0">
              <a:lnSpc>
                <a:spcPct val="109000"/>
              </a:lnSpc>
              <a:spcAft>
                <a:spcPts val="1285"/>
              </a:spcAft>
              <a:buNone/>
            </a:pPr>
            <a:r>
              <a:rPr lang="en-GB" sz="24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Questions for discussion </a:t>
            </a:r>
          </a:p>
          <a:p>
            <a:pPr marL="342900" lvl="0" indent="-342900" algn="just"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strategic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objectives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 measured?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Discuss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 ASOS’s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success can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attributed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17195" lvl="0" indent="-342900" algn="just">
              <a:spcBef>
                <a:spcPts val="45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Identify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individual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stages</a:t>
            </a:r>
            <a:r>
              <a:rPr lang="en-US" b="1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consumer’s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online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shopping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journey,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discuss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supports each stage.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9065" lvl="0" indent="-342900" algn="just">
              <a:spcBef>
                <a:spcPts val="605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Considering</a:t>
            </a:r>
            <a:r>
              <a:rPr lang="en-US" b="1" spc="13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constantly</a:t>
            </a:r>
            <a:r>
              <a:rPr lang="en-US" b="1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changing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digital</a:t>
            </a:r>
            <a:r>
              <a:rPr lang="en-US" b="1" spc="1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landscape,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discuss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potential</a:t>
            </a:r>
            <a:r>
              <a:rPr lang="en-US" b="1" spc="1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risks</a:t>
            </a:r>
            <a:r>
              <a:rPr lang="en-US" b="1" spc="1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</a:t>
            </a:r>
            <a:r>
              <a:rPr lang="en-US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could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face in the future.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7795" lvl="0" indent="-342900" algn="just">
              <a:spcBef>
                <a:spcPts val="60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36830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Provide examples of new and emerging technologies, which ASOS can use to maintain its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‘always in beta’ philosophy. Discuss how ASOS can incorporate those technologies into its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current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business</a:t>
            </a:r>
            <a:r>
              <a:rPr lang="en-US" b="1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model.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dirty="0"/>
          </a:p>
          <a:p>
            <a:pPr marL="514350" indent="-514350">
              <a:buFont typeface="+mj-lt"/>
              <a:buAutoNum type="arabicPeriod"/>
            </a:pPr>
            <a:endParaRPr lang="en-GB" sz="2400" dirty="0"/>
          </a:p>
          <a:p>
            <a:pPr marL="514350" indent="-514350">
              <a:buFont typeface="+mj-lt"/>
              <a:buAutoNum type="arabicPeriod"/>
            </a:pPr>
            <a:endParaRPr lang="en-GB" sz="2400" dirty="0"/>
          </a:p>
          <a:p>
            <a:pPr marL="514350" indent="-514350">
              <a:buFont typeface="+mj-lt"/>
              <a:buAutoNum type="arabicPeriod"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76792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4517-B19B-5849-B2B7-0C109D7F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365125"/>
            <a:ext cx="10344150" cy="777875"/>
          </a:xfrm>
        </p:spPr>
        <p:txBody>
          <a:bodyPr/>
          <a:lstStyle/>
          <a:p>
            <a:pPr marL="6350" indent="-6350" algn="l">
              <a:lnSpc>
                <a:spcPct val="104000"/>
              </a:lnSpc>
              <a:spcAft>
                <a:spcPts val="1075"/>
              </a:spcAft>
            </a:pPr>
            <a:r>
              <a:rPr lang="en-GB" sz="3200" b="1" i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The ASOS Experience-Synopsis </a:t>
            </a:r>
            <a:endParaRPr lang="en-GB" sz="32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1244-A769-1C47-9699-ADD757D86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142999"/>
            <a:ext cx="10515600" cy="5457825"/>
          </a:xfrm>
        </p:spPr>
        <p:txBody>
          <a:bodyPr/>
          <a:lstStyle/>
          <a:p>
            <a:pPr marL="0" marR="137160" indent="0" algn="just">
              <a:spcBef>
                <a:spcPts val="114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 aspires to be the world’s number-one online shopping destination for fashion-loving 20-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somethings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£1,876.5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million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retail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sales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recorded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2017,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increase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8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34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percent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2016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figures,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look set to achieve this.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37160" indent="0" algn="just"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recognises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their success is reliant on the company being as committed to technology as they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 to fashion. The 1.5 billion visitors to their online platforms provide ASOS with the opportunity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really understand their customers and to offer affordable fashion, quickly. Technology moves fast</a:t>
            </a:r>
            <a:r>
              <a:rPr lang="en-US" sz="18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ASOS adopts an ‘always in beta’ philosophy, which reflects their commitment to continuous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improvement.</a:t>
            </a:r>
          </a:p>
          <a:p>
            <a:pPr marL="0" marR="137160" indent="0" algn="just">
              <a:spcBef>
                <a:spcPts val="0"/>
              </a:spcBef>
              <a:spcAft>
                <a:spcPts val="0"/>
              </a:spcAft>
              <a:buNone/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ASOS is always looking for ways to make it easier for customers to search and find what they’re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looking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for.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ease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search,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introduced,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constantly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improve,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their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recommendation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algorithm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based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consumers’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previous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purchases.</a:t>
            </a:r>
            <a:r>
              <a:rPr lang="en-US" sz="18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Future</a:t>
            </a:r>
            <a:r>
              <a:rPr lang="en-US" sz="18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plans</a:t>
            </a:r>
            <a:r>
              <a:rPr lang="en-US" sz="18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include</a:t>
            </a:r>
            <a:r>
              <a:rPr lang="en-US" sz="18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leveraging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machine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learning and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experimenting with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augmented</a:t>
            </a:r>
            <a:r>
              <a:rPr lang="en-US" sz="1800" spc="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reality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voice search.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37160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Payment and order delivery is easy, fast and safe; every online transaction requires provision of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personal data to place an order, make payment and to engage with the brand. Similar to companies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like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Amazon,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constantly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looking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</a:t>
            </a:r>
            <a:r>
              <a:rPr lang="en-US" sz="1800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can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improve</a:t>
            </a:r>
            <a:r>
              <a:rPr lang="en-US" sz="1800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experience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build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loyalty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as</a:t>
            </a:r>
            <a:r>
              <a:rPr lang="en-US" sz="18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result, drive sales.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139065" indent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engagement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is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hugely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important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they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have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80</a:t>
            </a:r>
            <a:r>
              <a:rPr lang="en-US" sz="1800" dirty="0">
                <a:effectLst/>
                <a:latin typeface="Symbol" panose="05050102010706020507" pitchFamily="18" charset="2"/>
                <a:ea typeface="Times New Roman" panose="02020603050405020304" pitchFamily="18" charset="0"/>
              </a:rPr>
              <a:t>+</a:t>
            </a:r>
            <a:r>
              <a:rPr lang="en-US" sz="1800" spc="-7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content</a:t>
            </a:r>
            <a:r>
              <a:rPr lang="en-US" sz="18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creators</a:t>
            </a:r>
            <a:r>
              <a:rPr lang="en-US" sz="18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creating</a:t>
            </a:r>
            <a:r>
              <a:rPr lang="en-US" sz="18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content. ASOS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recognises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the power of Instagram especially as this is where their audience spend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most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time.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ASOS uses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also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social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effectively</a:t>
            </a:r>
            <a:r>
              <a:rPr lang="en-US" sz="18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help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manage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</a:t>
            </a:r>
            <a:r>
              <a:rPr lang="en-US" sz="18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service.</a:t>
            </a: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indent="0" algn="just">
              <a:lnSpc>
                <a:spcPct val="103000"/>
              </a:lnSpc>
              <a:spcAft>
                <a:spcPts val="1085"/>
              </a:spcAft>
              <a:buNone/>
            </a:pPr>
            <a:endParaRPr lang="en-GB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966677353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Roehampt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ek 1- Seminar Discussion Questions.pot [Compatibility Mode]" id="{707DB747-BDAE-43B9-9D86-1EFC7F82B10D}" vid="{EFE640EC-0A76-4F5C-B490-EA066F06D30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2C08C9299421240B6D995644B6E3C3E" ma:contentTypeVersion="5" ma:contentTypeDescription="Create a new document." ma:contentTypeScope="" ma:versionID="f3baa54f500732990aa009a1c76f0bac">
  <xsd:schema xmlns:xsd="http://www.w3.org/2001/XMLSchema" xmlns:xs="http://www.w3.org/2001/XMLSchema" xmlns:p="http://schemas.microsoft.com/office/2006/metadata/properties" xmlns:ns3="8cba260e-3241-4289-a037-e391f31897a2" targetNamespace="http://schemas.microsoft.com/office/2006/metadata/properties" ma:root="true" ma:fieldsID="c255195508ac04f43878341bffda53dc" ns3:_="">
    <xsd:import namespace="8cba260e-3241-4289-a037-e391f31897a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ba260e-3241-4289-a037-e391f31897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0B09243-BC64-46D2-BF80-9C5751114E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4D618BB-F94D-42FA-A674-BDFE7178C7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ba260e-3241-4289-a037-e391f31897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5D2A16C-DD53-4A94-9471-2546D618F9CD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8cba260e-3241-4289-a037-e391f31897a2"/>
    <ds:schemaRef ds:uri="http://schemas.microsoft.com/office/2006/documentManagement/typ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472</TotalTime>
  <Words>395</Words>
  <Application>Microsoft Office PowerPoint</Application>
  <PresentationFormat>Widescreen</PresentationFormat>
  <Paragraphs>21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Times New Roman</vt:lpstr>
      <vt:lpstr>University of Roehampton</vt:lpstr>
      <vt:lpstr>Strategic Marketing</vt:lpstr>
      <vt:lpstr>Week 9: Seminar Discussion Questions – ASOS</vt:lpstr>
      <vt:lpstr>The ASOS Experience-Synopsis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Marketing</dc:title>
  <dc:creator>Mohammed Rafiq</dc:creator>
  <cp:lastModifiedBy>Dumebi Konwea</cp:lastModifiedBy>
  <cp:revision>33</cp:revision>
  <dcterms:created xsi:type="dcterms:W3CDTF">2020-09-10T09:09:59Z</dcterms:created>
  <dcterms:modified xsi:type="dcterms:W3CDTF">2025-07-09T10:07:24Z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0x01010002C08C9299421240B6D995644B6E3C3E</vt:lpwstr>
  </property>
</Properties>
</file>